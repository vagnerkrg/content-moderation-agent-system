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3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image" Target="../media/image-18-1.png"/><Relationship Id="rId6" Type="http://schemas.openxmlformats.org/officeDocument/2006/relationships/image" Target="../media/image-18-1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9144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390888" y="1014984"/>
            <a:ext cx="384048" cy="384048"/>
          </a:xfrm>
          <a:prstGeom prst="ellipse">
            <a:avLst/>
          </a:prstGeom>
          <a:solidFill>
            <a:srgbClr val="9AA3B0"/>
          </a:solidFill>
          <a:ln/>
        </p:spPr>
      </p:sp>
      <p:pic>
        <p:nvPicPr>
          <p:cNvPr id="4" name="Image 0" descr="/home/claude/work/asset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0740" y="1114836"/>
            <a:ext cx="184343" cy="184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48088" y="9144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10424160" y="1508760"/>
            <a:ext cx="0" cy="27432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9281160" y="178308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390888" y="1883664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9" name="Image 1" descr="/home/claude/work/asset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740" y="1983516"/>
            <a:ext cx="184343" cy="184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48088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10424160" y="2377440"/>
            <a:ext cx="0" cy="27432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9281160" y="26517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390888" y="2752344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4" name="Image 2" descr="/home/claude/work/asset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740" y="285219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48088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Researcher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10424160" y="3246120"/>
            <a:ext cx="0" cy="27432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9281160" y="352044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390888" y="3621024"/>
            <a:ext cx="384048" cy="384048"/>
          </a:xfrm>
          <a:prstGeom prst="ellipse">
            <a:avLst/>
          </a:prstGeom>
          <a:solidFill>
            <a:srgbClr val="9B87F5"/>
          </a:solidFill>
          <a:ln/>
        </p:spPr>
      </p:sp>
      <p:pic>
        <p:nvPicPr>
          <p:cNvPr id="19" name="Image 3" descr="/home/claude/work/asset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740" y="3720876"/>
            <a:ext cx="184343" cy="18434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48088" y="35204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10424160" y="4114800"/>
            <a:ext cx="0" cy="27432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9281160" y="438912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390888" y="4489704"/>
            <a:ext cx="384048" cy="384048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4" name="Image 4" descr="/home/claude/work/asset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0740" y="4589556"/>
            <a:ext cx="184343" cy="18434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848088" y="43891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10424160" y="4983480"/>
            <a:ext cx="0" cy="27432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9281160" y="52578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9390888" y="5358384"/>
            <a:ext cx="384048" cy="384048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9" name="Image 5" descr="/home/claude/work/asset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0740" y="5458236"/>
            <a:ext cx="184343" cy="18434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848088" y="5257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Action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64008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PORTFOLIO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94360" y="1755648"/>
            <a:ext cx="8046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42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</a:t>
            </a:r>
            <a:endParaRPr lang="en-US" sz="4200" dirty="0"/>
          </a:p>
        </p:txBody>
      </p:sp>
      <p:sp>
        <p:nvSpPr>
          <p:cNvPr id="33" name="Text 25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Content Moderation with LangGraph &amp; Human-in-the-Loop</a:t>
            </a:r>
            <a:endParaRPr lang="en-US" sz="1650" dirty="0"/>
          </a:p>
        </p:txBody>
      </p:sp>
      <p:sp>
        <p:nvSpPr>
          <p:cNvPr id="34" name="Text 26"/>
          <p:cNvSpPr/>
          <p:nvPr/>
        </p:nvSpPr>
        <p:spPr>
          <a:xfrm>
            <a:off x="640080" y="38587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study in Agentic AI Engineering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640080" y="5120640"/>
            <a:ext cx="5852160" cy="896112"/>
          </a:xfrm>
          <a:prstGeom prst="roundRect">
            <a:avLst>
              <a:gd name="adj" fmla="val 8163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868680" y="5193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Vagner Ferreira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868680" y="55595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 |  AI/Data Engineer  |  LLM &amp; Agentic Systems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18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Content Moderation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Binary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72284"/>
            <a:ext cx="502920" cy="502920"/>
          </a:xfrm>
          <a:prstGeom prst="ellipse">
            <a:avLst/>
          </a:prstGeom>
          <a:solidFill>
            <a:srgbClr val="F2665B"/>
          </a:solidFill>
          <a:ln/>
        </p:spPr>
      </p:sp>
      <p:pic>
        <p:nvPicPr>
          <p:cNvPr id="6" name="Image 0" descr="/home/claude/work/asset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403043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3969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ambíguos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4688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conteúdo se encaixa claramente em permitido ou não permitido.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35040" y="2011680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2272284"/>
            <a:ext cx="502920" cy="502920"/>
          </a:xfrm>
          <a:prstGeom prst="ellipse">
            <a:avLst/>
          </a:prstGeom>
          <a:solidFill>
            <a:srgbClr val="F2665B"/>
          </a:solidFill>
          <a:ln/>
        </p:spPr>
      </p:sp>
      <p:pic>
        <p:nvPicPr>
          <p:cNvPr id="11" name="Image 1" descr="/home/claude/work/assets/filetex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679" y="2403043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213969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políticas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03720" y="24688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depende de diretrizes da comunidade, não só de palavras-chave.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18688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479292"/>
            <a:ext cx="502920" cy="502920"/>
          </a:xfrm>
          <a:prstGeom prst="ellipse">
            <a:avLst/>
          </a:prstGeom>
          <a:solidFill>
            <a:srgbClr val="F2665B"/>
          </a:solidFill>
          <a:ln/>
        </p:spPr>
      </p:sp>
      <p:pic>
        <p:nvPicPr>
          <p:cNvPr id="16" name="Image 2" descr="/home/claude/work/assets/x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361005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4670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decisões automáticas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367588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sozinho sobre conteúdo sensível tem consequências reais.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35040" y="3218688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3479292"/>
            <a:ext cx="502920" cy="502920"/>
          </a:xfrm>
          <a:prstGeom prst="ellipse">
            <a:avLst/>
          </a:prstGeom>
          <a:solidFill>
            <a:srgbClr val="F2665B"/>
          </a:solidFill>
          <a:ln/>
        </p:spPr>
      </p:sp>
      <p:pic>
        <p:nvPicPr>
          <p:cNvPr id="21" name="Image 3" descr="/home/claude/work/asset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679" y="361005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34670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supervisão humana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03720" y="367588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ambíguos exigem julgamento humano antes da ação final.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425696"/>
            <a:ext cx="10698480" cy="1024128"/>
          </a:xfrm>
          <a:prstGeom prst="roundRect">
            <a:avLst>
              <a:gd name="adj" fmla="val 714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4686300"/>
            <a:ext cx="502920" cy="502920"/>
          </a:xfrm>
          <a:prstGeom prst="ellipse">
            <a:avLst/>
          </a:prstGeom>
          <a:solidFill>
            <a:srgbClr val="F2665B"/>
          </a:solidFill>
          <a:ln/>
        </p:spPr>
      </p:sp>
      <p:pic>
        <p:nvPicPr>
          <p:cNvPr id="26" name="Image 4" descr="/home/claude/work/asset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481705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553712"/>
            <a:ext cx="9646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17320" y="4882896"/>
            <a:ext cx="9646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que uma decisão foi tomada importa tanto quanto a decisão.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" y="58064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731520" y="580644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automatizar o processo sem remover o controle humano?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3774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596896"/>
            <a:ext cx="502920" cy="50292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6" name="Image 0" descr="/home/claude/work/assets/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259" y="272765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1821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834640" y="2971800"/>
            <a:ext cx="327584" cy="0"/>
          </a:xfrm>
          <a:prstGeom prst="line">
            <a:avLst/>
          </a:prstGeom>
          <a:noFill/>
          <a:ln w="19050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162224" y="23774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79444" y="2596896"/>
            <a:ext cx="502920" cy="50292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1" name="Image 1" descr="/home/claude/work/asset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203" y="272765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7944" y="31821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899584" y="2971800"/>
            <a:ext cx="327584" cy="0"/>
          </a:xfrm>
          <a:prstGeom prst="line">
            <a:avLst/>
          </a:prstGeom>
          <a:noFill/>
          <a:ln w="19050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227168" y="23774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44388" y="2596896"/>
            <a:ext cx="502920" cy="502920"/>
          </a:xfrm>
          <a:prstGeom prst="ellipse">
            <a:avLst/>
          </a:prstGeom>
          <a:solidFill>
            <a:srgbClr val="9B87F5"/>
          </a:solidFill>
          <a:ln/>
        </p:spPr>
      </p:sp>
      <p:pic>
        <p:nvPicPr>
          <p:cNvPr id="16" name="Image 2" descr="/home/claude/work/asset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147" y="272765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72888" y="31821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964528" y="2971800"/>
            <a:ext cx="327584" cy="0"/>
          </a:xfrm>
          <a:prstGeom prst="line">
            <a:avLst/>
          </a:prstGeom>
          <a:noFill/>
          <a:ln w="19050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292111" y="23774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09331" y="2596896"/>
            <a:ext cx="502920" cy="50292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1" name="Image 3" descr="/home/claude/work/asset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091" y="2727655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7831" y="31821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029471" y="2971800"/>
            <a:ext cx="327584" cy="0"/>
          </a:xfrm>
          <a:prstGeom prst="line">
            <a:avLst/>
          </a:prstGeom>
          <a:noFill/>
          <a:ln w="19050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9357055" y="23774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974275" y="2596896"/>
            <a:ext cx="502920" cy="502920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6" name="Image 4" descr="/home/claude/work/asset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5034" y="2727655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02775" y="31821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57200" y="416052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31520" y="416052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onde é seguro. Supervisão humana onde existe impacto.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640080" y="52120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automatiza análise, pesquisa e recomendação — e reserva a decisão final para um moderador humano.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Moderation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154680" y="1691640"/>
            <a:ext cx="3017520" cy="512064"/>
          </a:xfrm>
          <a:prstGeom prst="roundRect">
            <a:avLst>
              <a:gd name="adj" fmla="val 16071"/>
            </a:avLst>
          </a:prstGeom>
          <a:solidFill>
            <a:srgbClr val="1B212B"/>
          </a:solidFill>
          <a:ln w="12700">
            <a:solidFill>
              <a:srgbClr val="9AA3B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27832" y="1691640"/>
            <a:ext cx="2871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2203704"/>
            <a:ext cx="0" cy="292608"/>
          </a:xfrm>
          <a:prstGeom prst="line">
            <a:avLst/>
          </a:prstGeom>
          <a:noFill/>
          <a:ln w="2222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54680" y="2496312"/>
            <a:ext cx="3017520" cy="512064"/>
          </a:xfrm>
          <a:prstGeom prst="roundRect">
            <a:avLst>
              <a:gd name="adj" fmla="val 16071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27832" y="2496312"/>
            <a:ext cx="2871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02666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28032" y="30266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→ Problematic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3008376"/>
            <a:ext cx="0" cy="237744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246120"/>
            <a:ext cx="-2697480" cy="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965960" y="3246120"/>
            <a:ext cx="0" cy="54864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3246120"/>
            <a:ext cx="0" cy="54864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88720" y="3300984"/>
            <a:ext cx="1554480" cy="512064"/>
          </a:xfrm>
          <a:prstGeom prst="roundRect">
            <a:avLst>
              <a:gd name="adj" fmla="val 1607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61872" y="3374136"/>
            <a:ext cx="1408176" cy="2816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61872" y="3567257"/>
            <a:ext cx="1408176" cy="215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54680" y="3300984"/>
            <a:ext cx="3017520" cy="512064"/>
          </a:xfrm>
          <a:prstGeom prst="roundRect">
            <a:avLst>
              <a:gd name="adj" fmla="val 16071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27832" y="3300984"/>
            <a:ext cx="2871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Researcher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813048"/>
            <a:ext cx="0" cy="292608"/>
          </a:xfrm>
          <a:prstGeom prst="line">
            <a:avLst/>
          </a:prstGeom>
          <a:noFill/>
          <a:ln w="2222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54680" y="4105656"/>
            <a:ext cx="3017520" cy="512064"/>
          </a:xfrm>
          <a:prstGeom prst="roundRect">
            <a:avLst>
              <a:gd name="adj" fmla="val 16071"/>
            </a:avLst>
          </a:prstGeom>
          <a:solidFill>
            <a:srgbClr val="9B87F5"/>
          </a:solidFill>
          <a:ln w="12700">
            <a:solidFill>
              <a:srgbClr val="9B87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27832" y="4105656"/>
            <a:ext cx="2871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Agent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4617720"/>
            <a:ext cx="0" cy="292608"/>
          </a:xfrm>
          <a:prstGeom prst="line">
            <a:avLst/>
          </a:prstGeom>
          <a:noFill/>
          <a:ln w="2222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54680" y="4910328"/>
            <a:ext cx="3017520" cy="512064"/>
          </a:xfrm>
          <a:prstGeom prst="roundRect">
            <a:avLst>
              <a:gd name="adj" fmla="val 16071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27832" y="4910328"/>
            <a:ext cx="2871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5422392"/>
            <a:ext cx="0" cy="292608"/>
          </a:xfrm>
          <a:prstGeom prst="line">
            <a:avLst/>
          </a:prstGeom>
          <a:noFill/>
          <a:ln w="22225">
            <a:solidFill>
              <a:srgbClr val="9AA3B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54680" y="5715000"/>
            <a:ext cx="3017520" cy="512064"/>
          </a:xfrm>
          <a:prstGeom prst="roundRect">
            <a:avLst>
              <a:gd name="adj" fmla="val 1607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27832" y="5715000"/>
            <a:ext cx="2871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66760" y="34290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95360" y="342900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Conditional Routing decide o caminho logo após o Analyzer.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66760" y="5349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seguros terminam ali. Só casos problemáticos seguem o pipeline completo.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1878739" cy="379476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9B87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uploads/langgraph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1604419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56235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2630"/>
          </a:solidFill>
          <a:ln w="12700">
            <a:solidFill>
              <a:srgbClr val="9B87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6235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9B8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EVIDÊNCIA REAL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77240" y="5989320"/>
            <a:ext cx="18787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.draw_mermaid_png()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33219" y="1783080"/>
            <a:ext cx="8209836" cy="1188720"/>
          </a:xfrm>
          <a:prstGeom prst="roundRect">
            <a:avLst>
              <a:gd name="adj" fmla="val 6154"/>
            </a:avLst>
          </a:prstGeom>
          <a:solidFill>
            <a:srgbClr val="1F2630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61819" y="2057400"/>
            <a:ext cx="502920" cy="50292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1" name="Image 1" descr="/home/claude/work/asset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578" y="21881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01899" y="1947672"/>
            <a:ext cx="7112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01899" y="2331720"/>
            <a:ext cx="71125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 do sistema — contrato de estado que atravessa toda a execução do grafo.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33219" y="3246120"/>
            <a:ext cx="8209836" cy="512064"/>
          </a:xfrm>
          <a:prstGeom prst="roundRect">
            <a:avLst>
              <a:gd name="adj" fmla="val 14286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42947" y="3328416"/>
            <a:ext cx="347472" cy="347472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6" name="Image 2" descr="/home/claude/work/asset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290" y="3418759"/>
            <a:ext cx="166787" cy="166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00147" y="3246120"/>
            <a:ext cx="75240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433219" y="3895344"/>
            <a:ext cx="8209836" cy="512064"/>
          </a:xfrm>
          <a:prstGeom prst="roundRect">
            <a:avLst>
              <a:gd name="adj" fmla="val 14286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542947" y="3977640"/>
            <a:ext cx="347472" cy="347472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20" name="Image 3" descr="/home/claude/work/asset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290" y="4067983"/>
            <a:ext cx="166787" cy="1667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00147" y="3895344"/>
            <a:ext cx="75240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policy_researcher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3433219" y="4544568"/>
            <a:ext cx="8209836" cy="512064"/>
          </a:xfrm>
          <a:prstGeom prst="roundRect">
            <a:avLst>
              <a:gd name="adj" fmla="val 14286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542947" y="4626864"/>
            <a:ext cx="347472" cy="347472"/>
          </a:xfrm>
          <a:prstGeom prst="ellipse">
            <a:avLst/>
          </a:prstGeom>
          <a:solidFill>
            <a:srgbClr val="9B87F5"/>
          </a:solidFill>
          <a:ln/>
        </p:spPr>
      </p:sp>
      <p:pic>
        <p:nvPicPr>
          <p:cNvPr id="24" name="Image 4" descr="/home/claude/work/assets/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290" y="4717207"/>
            <a:ext cx="166787" cy="16678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000147" y="4544568"/>
            <a:ext cx="75240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3433219" y="5193792"/>
            <a:ext cx="8209836" cy="512064"/>
          </a:xfrm>
          <a:prstGeom prst="roundRect">
            <a:avLst>
              <a:gd name="adj" fmla="val 14286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542947" y="5276088"/>
            <a:ext cx="347472" cy="347472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8" name="Image 5" descr="/home/claude/work/asset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290" y="5366431"/>
            <a:ext cx="166787" cy="16678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00147" y="5193792"/>
            <a:ext cx="75240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executar_acao_final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3433219" y="5934456"/>
            <a:ext cx="82098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real gerado pelo próprio LangGraph — nós, arestas e roteamento condicional exatamente como implementados.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Responsibility per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6" name="Image 0" descr="/home/claude/work/assets/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6148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Agent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1272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o conteúdo recebido como positivo, neutro, problemático ou ambíguo.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069080" y="2766060"/>
            <a:ext cx="292608" cy="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61688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2103120"/>
            <a:ext cx="548640" cy="54864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2" name="Image 1" descr="/home/claude/work/asset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654" y="22457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76148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Researcher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36008" y="31272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Obtém o contexto relevante das políticas de moderação para casos sinalizados.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882128" y="2766060"/>
            <a:ext cx="292608" cy="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174736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9056" y="2103120"/>
            <a:ext cx="548640" cy="548640"/>
          </a:xfrm>
          <a:prstGeom prst="ellipse">
            <a:avLst/>
          </a:prstGeom>
          <a:solidFill>
            <a:srgbClr val="9B87F5"/>
          </a:solidFill>
          <a:ln/>
        </p:spPr>
      </p:sp>
      <p:pic>
        <p:nvPicPr>
          <p:cNvPr id="18" name="Image 2" descr="/home/claude/work/asset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2" y="224576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49056" y="276148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Agent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49056" y="31272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análise e política para produzir uma recomendação com justificativa.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48640" y="3977640"/>
            <a:ext cx="35457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322978" y="397764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322978" y="3977640"/>
            <a:ext cx="35457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Testabilidade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097317" y="3977640"/>
            <a:ext cx="3545738" cy="594360"/>
          </a:xfrm>
          <a:prstGeom prst="roundRect">
            <a:avLst>
              <a:gd name="adj" fmla="val 12308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097317" y="3977640"/>
            <a:ext cx="354573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Extensibilidade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49377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F2630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77240" y="5166360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9" name="Image 3" descr="/home/claude/work/assets/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285232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17320" y="4937760"/>
            <a:ext cx="1004285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atual: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Analyzer usa regras determinísticas (heurísticas/keywords), não um LLM em produção.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pronta para evolução: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do agente já permite substituir a lógica por um LLM sem alterar o grafo.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COMPARTILHADO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AgentState as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Contract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91840" cy="3840480"/>
          </a:xfrm>
          <a:prstGeom prst="roundRect">
            <a:avLst>
              <a:gd name="adj" fmla="val 2222"/>
            </a:avLst>
          </a:prstGeom>
          <a:solidFill>
            <a:srgbClr val="1F2630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6" name="Image 0" descr="/home/claude/work/asset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5539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4597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modifica apenas os campos sob sua responsabilidade — o restante do estado é repassado inalterado.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31920" y="2377440"/>
            <a:ext cx="822960" cy="0"/>
          </a:xfrm>
          <a:prstGeom prst="line">
            <a:avLst/>
          </a:prstGeom>
          <a:noFill/>
          <a:ln w="13970">
            <a:solidFill>
              <a:srgbClr val="2A313D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754880" y="2148840"/>
            <a:ext cx="6888175" cy="457200"/>
          </a:xfrm>
          <a:prstGeom prst="roundRect">
            <a:avLst>
              <a:gd name="adj" fmla="val 16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19472" y="2148840"/>
            <a:ext cx="4270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comentario_original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63312" y="2148840"/>
            <a:ext cx="234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31920" y="2939796"/>
            <a:ext cx="822960" cy="0"/>
          </a:xfrm>
          <a:prstGeom prst="line">
            <a:avLst/>
          </a:prstGeom>
          <a:noFill/>
          <a:ln w="13970">
            <a:solidFill>
              <a:srgbClr val="2A313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754880" y="2711196"/>
            <a:ext cx="6888175" cy="457200"/>
          </a:xfrm>
          <a:prstGeom prst="roundRect">
            <a:avLst>
              <a:gd name="adj" fmla="val 16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19472" y="2711196"/>
            <a:ext cx="4270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analise_do_agente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63312" y="2711196"/>
            <a:ext cx="234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31920" y="3502152"/>
            <a:ext cx="822960" cy="0"/>
          </a:xfrm>
          <a:prstGeom prst="line">
            <a:avLst/>
          </a:prstGeom>
          <a:noFill/>
          <a:ln w="13970">
            <a:solidFill>
              <a:srgbClr val="2A313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754880" y="3273552"/>
            <a:ext cx="6888175" cy="457200"/>
          </a:xfrm>
          <a:prstGeom prst="roundRect">
            <a:avLst>
              <a:gd name="adj" fmla="val 16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19472" y="3273552"/>
            <a:ext cx="4270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politicas_relevantes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63312" y="3273552"/>
            <a:ext cx="234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Researcher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931920" y="4064508"/>
            <a:ext cx="822960" cy="0"/>
          </a:xfrm>
          <a:prstGeom prst="line">
            <a:avLst/>
          </a:prstGeom>
          <a:noFill/>
          <a:ln w="13970">
            <a:solidFill>
              <a:srgbClr val="2A313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754880" y="3835908"/>
            <a:ext cx="6888175" cy="457200"/>
          </a:xfrm>
          <a:prstGeom prst="roundRect">
            <a:avLst>
              <a:gd name="adj" fmla="val 16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919472" y="3835908"/>
            <a:ext cx="4270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status_da_moderacao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63312" y="3835908"/>
            <a:ext cx="234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931920" y="4626864"/>
            <a:ext cx="822960" cy="0"/>
          </a:xfrm>
          <a:prstGeom prst="line">
            <a:avLst/>
          </a:prstGeom>
          <a:noFill/>
          <a:ln w="13970">
            <a:solidFill>
              <a:srgbClr val="2A313D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754880" y="4398264"/>
            <a:ext cx="6888175" cy="457200"/>
          </a:xfrm>
          <a:prstGeom prst="roundRect">
            <a:avLst>
              <a:gd name="adj" fmla="val 16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919472" y="4398264"/>
            <a:ext cx="4270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justificativa_final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163312" y="4398264"/>
            <a:ext cx="234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931920" y="5189220"/>
            <a:ext cx="822960" cy="0"/>
          </a:xfrm>
          <a:prstGeom prst="line">
            <a:avLst/>
          </a:prstGeom>
          <a:noFill/>
          <a:ln w="13970">
            <a:solidFill>
              <a:srgbClr val="2A313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754880" y="4960620"/>
            <a:ext cx="6888175" cy="457200"/>
          </a:xfrm>
          <a:prstGeom prst="roundRect">
            <a:avLst>
              <a:gd name="adj" fmla="val 16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919472" y="4960620"/>
            <a:ext cx="4270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decisao_humana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163312" y="4960620"/>
            <a:ext cx="234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931920" y="5751576"/>
            <a:ext cx="822960" cy="0"/>
          </a:xfrm>
          <a:prstGeom prst="line">
            <a:avLst/>
          </a:prstGeom>
          <a:noFill/>
          <a:ln w="13970">
            <a:solidFill>
              <a:srgbClr val="2A313D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4754880" y="5522976"/>
            <a:ext cx="6888175" cy="457200"/>
          </a:xfrm>
          <a:prstGeom prst="roundRect">
            <a:avLst>
              <a:gd name="adj" fmla="val 16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919472" y="5522976"/>
            <a:ext cx="4270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observacao_humana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163312" y="5522976"/>
            <a:ext cx="23419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Analyzer Decides the 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2148840"/>
            <a:ext cx="2011680" cy="548640"/>
          </a:xfrm>
          <a:prstGeom prst="roundRect">
            <a:avLst>
              <a:gd name="adj" fmla="val 150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359152" y="214884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2697480"/>
            <a:ext cx="0" cy="22860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2926080"/>
            <a:ext cx="-1554480" cy="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2926080"/>
            <a:ext cx="1554480" cy="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737360" y="2926080"/>
            <a:ext cx="0" cy="27432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2926080"/>
            <a:ext cx="0" cy="27432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152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319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1645920" cy="54864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87552" y="3200400"/>
            <a:ext cx="1499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94760" y="3200400"/>
            <a:ext cx="2103120" cy="548640"/>
          </a:xfrm>
          <a:prstGeom prst="roundRect">
            <a:avLst>
              <a:gd name="adj" fmla="val 150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67912" y="320040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Researcher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749040"/>
            <a:ext cx="0" cy="502920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31920" y="4251960"/>
            <a:ext cx="1828800" cy="548640"/>
          </a:xfrm>
          <a:prstGeom prst="roundRect">
            <a:avLst>
              <a:gd name="adj" fmla="val 15000"/>
            </a:avLst>
          </a:prstGeom>
          <a:solidFill>
            <a:srgbClr val="9B87F5"/>
          </a:solidFill>
          <a:ln w="12700">
            <a:solidFill>
              <a:srgbClr val="9B87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05072" y="425196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214884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86600" y="2249424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2" name="Image 0" descr="/home/claude/work/assets/z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0227" y="2373051"/>
            <a:ext cx="228234" cy="22823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680960" y="21488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custo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949440" y="3035808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086600" y="3136392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6" name="Image 1" descr="/home/claude/work/asset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227" y="3260019"/>
            <a:ext cx="228234" cy="22823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680960" y="3035808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latência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949440" y="3922776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086600" y="402336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0" name="Image 2" descr="/home/claude/work/assets/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227" y="4146987"/>
            <a:ext cx="228234" cy="22823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680960" y="3922776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previsível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457200" y="58064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731520" y="580644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routing é uma função explícita e testável, não uma lógica escondida dentro dos agentes.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Pauses Before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929384"/>
            <a:ext cx="7534656" cy="3184926"/>
          </a:xfrm>
          <a:prstGeom prst="roundRect">
            <a:avLst>
              <a:gd name="adj" fmla="val 2010"/>
            </a:avLst>
          </a:prstGeom>
          <a:solidFill>
            <a:srgbClr val="0C0F13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2039112"/>
            <a:ext cx="100584" cy="100584"/>
          </a:xfrm>
          <a:prstGeom prst="ellipse">
            <a:avLst/>
          </a:prstGeom>
          <a:solidFill>
            <a:srgbClr val="F2665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39112"/>
            <a:ext cx="100584" cy="10058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03911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8" name="Image 0" descr="/mnt/user-data/uploads/Human-in-the-Loop_real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31720"/>
            <a:ext cx="7315200" cy="26728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5150886"/>
            <a:ext cx="7534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scripts/human_review_demo.py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8745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2630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18745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EVIDÊNCIA REAL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595360" y="2331720"/>
            <a:ext cx="3139135" cy="1463040"/>
          </a:xfrm>
          <a:prstGeom prst="roundRect">
            <a:avLst>
              <a:gd name="adj" fmla="val 625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823960" y="2331720"/>
            <a:ext cx="268193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 HUMAN REVIEW REQUIRED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595360" y="4069080"/>
            <a:ext cx="31391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workflow para exatamente antes de executar a ação final. Nenhuma remoção, edição ou aprovação acontece sem revisão humana.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MECANISMO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That Can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Continue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0C0F13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331720"/>
            <a:ext cx="109728" cy="109728"/>
          </a:xfrm>
          <a:prstGeom prst="ellipse">
            <a:avLst/>
          </a:prstGeom>
          <a:solidFill>
            <a:srgbClr val="F2665B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331720"/>
            <a:ext cx="109728" cy="10972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2331720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3288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workflow.compile(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checkpointer=checkpointer,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interrupt_before=[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"executar_acao_final"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thread_id identifica a execução e permite sua retomada.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1600200"/>
            <a:ext cx="4114800" cy="438912"/>
          </a:xfrm>
          <a:prstGeom prst="roundRect">
            <a:avLst>
              <a:gd name="adj" fmla="val 18750"/>
            </a:avLst>
          </a:prstGeom>
          <a:solidFill>
            <a:srgbClr val="1B212B"/>
          </a:solidFill>
          <a:ln w="12700">
            <a:solidFill>
              <a:srgbClr val="9AA3B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22592" y="1600200"/>
            <a:ext cx="3968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661904" y="1645920"/>
            <a:ext cx="347472" cy="347472"/>
          </a:xfrm>
          <a:prstGeom prst="ellipse">
            <a:avLst/>
          </a:prstGeom>
          <a:solidFill>
            <a:srgbClr val="9AA3B0"/>
          </a:solidFill>
          <a:ln/>
        </p:spPr>
      </p:sp>
      <p:pic>
        <p:nvPicPr>
          <p:cNvPr id="13" name="Image 0" descr="/home/claude/work/assets/pla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2247" y="1736263"/>
            <a:ext cx="166787" cy="16678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006840" y="2039112"/>
            <a:ext cx="0" cy="123444"/>
          </a:xfrm>
          <a:prstGeom prst="line">
            <a:avLst/>
          </a:prstGeom>
          <a:noFill/>
          <a:ln w="1460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949440" y="2162556"/>
            <a:ext cx="4114800" cy="438912"/>
          </a:xfrm>
          <a:prstGeom prst="roundRect">
            <a:avLst>
              <a:gd name="adj" fmla="val 18750"/>
            </a:avLst>
          </a:prstGeom>
          <a:solidFill>
            <a:srgbClr val="1B212B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22592" y="2162556"/>
            <a:ext cx="3968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661904" y="2208276"/>
            <a:ext cx="347472" cy="347472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8" name="Image 1" descr="/home/claude/work/asset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247" y="2298619"/>
            <a:ext cx="166787" cy="166787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006840" y="2601468"/>
            <a:ext cx="0" cy="123444"/>
          </a:xfrm>
          <a:prstGeom prst="line">
            <a:avLst/>
          </a:prstGeom>
          <a:noFill/>
          <a:ln w="1460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949440" y="2724912"/>
            <a:ext cx="4114800" cy="438912"/>
          </a:xfrm>
          <a:prstGeom prst="roundRect">
            <a:avLst>
              <a:gd name="adj" fmla="val 18750"/>
            </a:avLst>
          </a:prstGeom>
          <a:solidFill>
            <a:srgbClr val="1B212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022592" y="2724912"/>
            <a:ext cx="3968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0661904" y="2770632"/>
            <a:ext cx="347472" cy="347472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3" name="Image 2" descr="/home/claude/work/asset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247" y="2860975"/>
            <a:ext cx="166787" cy="166787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006840" y="3163824"/>
            <a:ext cx="0" cy="123444"/>
          </a:xfrm>
          <a:prstGeom prst="line">
            <a:avLst/>
          </a:prstGeom>
          <a:noFill/>
          <a:ln w="1460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949440" y="3287268"/>
            <a:ext cx="4114800" cy="438912"/>
          </a:xfrm>
          <a:prstGeom prst="roundRect">
            <a:avLst>
              <a:gd name="adj" fmla="val 18750"/>
            </a:avLst>
          </a:prstGeom>
          <a:solidFill>
            <a:srgbClr val="1B212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022592" y="3287268"/>
            <a:ext cx="3968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10661904" y="3332988"/>
            <a:ext cx="347472" cy="347472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8" name="Image 3" descr="/home/claude/work/assets/edi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2247" y="3423331"/>
            <a:ext cx="166787" cy="166787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006840" y="3726180"/>
            <a:ext cx="0" cy="123444"/>
          </a:xfrm>
          <a:prstGeom prst="line">
            <a:avLst/>
          </a:prstGeom>
          <a:noFill/>
          <a:ln w="1460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6949440" y="3849624"/>
            <a:ext cx="4114800" cy="438912"/>
          </a:xfrm>
          <a:prstGeom prst="roundRect">
            <a:avLst>
              <a:gd name="adj" fmla="val 18750"/>
            </a:avLst>
          </a:prstGeom>
          <a:solidFill>
            <a:srgbClr val="1B212B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7022592" y="3849624"/>
            <a:ext cx="3968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10661904" y="3895344"/>
            <a:ext cx="347472" cy="347472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3" name="Image 4" descr="/home/claude/work/assets/refres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2247" y="3985687"/>
            <a:ext cx="166787" cy="166787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9006840" y="4288536"/>
            <a:ext cx="0" cy="123444"/>
          </a:xfrm>
          <a:prstGeom prst="line">
            <a:avLst/>
          </a:prstGeom>
          <a:noFill/>
          <a:ln w="1460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6949440" y="4411980"/>
            <a:ext cx="4114800" cy="438912"/>
          </a:xfrm>
          <a:prstGeom prst="roundRect">
            <a:avLst>
              <a:gd name="adj" fmla="val 18750"/>
            </a:avLst>
          </a:prstGeom>
          <a:solidFill>
            <a:srgbClr val="1B212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7022592" y="4411980"/>
            <a:ext cx="3968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Action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10661904" y="4457700"/>
            <a:ext cx="347472" cy="347472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38" name="Image 5" descr="/home/claude/work/asset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2247" y="4548043"/>
            <a:ext cx="166787" cy="166787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457200" y="58064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Text 32"/>
          <p:cNvSpPr/>
          <p:nvPr/>
        </p:nvSpPr>
        <p:spPr>
          <a:xfrm>
            <a:off x="731520" y="580644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interrupção não é um erro. É uma etapa controlada do workflow.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INTERVENÇÃO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Moderator Can Edit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State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3872" y="1883664"/>
            <a:ext cx="2818576" cy="4123944"/>
          </a:xfrm>
          <a:prstGeom prst="roundRect">
            <a:avLst>
              <a:gd name="adj" fmla="val 2271"/>
            </a:avLst>
          </a:prstGeom>
          <a:solidFill>
            <a:srgbClr val="0C0F13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5312" y="1993392"/>
            <a:ext cx="100584" cy="100584"/>
          </a:xfrm>
          <a:prstGeom prst="ellipse">
            <a:avLst/>
          </a:prstGeom>
          <a:solidFill>
            <a:srgbClr val="F2665B"/>
          </a:solidFill>
          <a:ln/>
        </p:spPr>
      </p:sp>
      <p:sp>
        <p:nvSpPr>
          <p:cNvPr id="6" name="Shape 4"/>
          <p:cNvSpPr/>
          <p:nvPr/>
        </p:nvSpPr>
        <p:spPr>
          <a:xfrm>
            <a:off x="1288192" y="1993392"/>
            <a:ext cx="100584" cy="10058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" name="Shape 5"/>
          <p:cNvSpPr/>
          <p:nvPr/>
        </p:nvSpPr>
        <p:spPr>
          <a:xfrm>
            <a:off x="1471072" y="199339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8" name="Image 0" descr="/mnt/user-data/uploads/Captura_de_tela_2026-08-08_1111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600" y="2286000"/>
            <a:ext cx="2599120" cy="3611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3872" y="6044184"/>
            <a:ext cx="281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Execução real — estado antes/depois da decisão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184708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2630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184708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EVIDÊNCIA REAL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36480" y="2286000"/>
            <a:ext cx="7306576" cy="868680"/>
          </a:xfrm>
          <a:prstGeom prst="roundRect">
            <a:avLst>
              <a:gd name="adj" fmla="val 8421"/>
            </a:avLst>
          </a:prstGeom>
          <a:solidFill>
            <a:srgbClr val="1F2630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65080" y="2404872"/>
            <a:ext cx="6849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decisao_humana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65080" y="2743200"/>
            <a:ext cx="6849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EDIT — a escolha do moderador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36480" y="3319272"/>
            <a:ext cx="7306576" cy="868680"/>
          </a:xfrm>
          <a:prstGeom prst="roundRect">
            <a:avLst>
              <a:gd name="adj" fmla="val 8421"/>
            </a:avLst>
          </a:prstGeom>
          <a:solidFill>
            <a:srgbClr val="1F2630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65080" y="3438144"/>
            <a:ext cx="6849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observacao_humana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65080" y="3776472"/>
            <a:ext cx="6849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opcional escrita pelo moderador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36480" y="4489704"/>
            <a:ext cx="73065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moderador não apenas aprova ou rejeita — ele pode reescrever campos do estado do agente antes da retomada, usando graph.update_state().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Execution with SQLite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1783080"/>
            <a:ext cx="2560320" cy="475488"/>
          </a:xfrm>
          <a:prstGeom prst="roundRect">
            <a:avLst>
              <a:gd name="adj" fmla="val 17308"/>
            </a:avLst>
          </a:prstGeom>
          <a:solidFill>
            <a:srgbClr val="1B212B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84832" y="1783080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2258568"/>
            <a:ext cx="0" cy="201168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11680" y="2459736"/>
            <a:ext cx="2560320" cy="475488"/>
          </a:xfrm>
          <a:prstGeom prst="roundRect">
            <a:avLst>
              <a:gd name="adj" fmla="val 17308"/>
            </a:avLst>
          </a:prstGeom>
          <a:solidFill>
            <a:srgbClr val="1B212B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84832" y="2459736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935224"/>
            <a:ext cx="0" cy="201168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11680" y="3136392"/>
            <a:ext cx="2560320" cy="658368"/>
          </a:xfrm>
          <a:prstGeom prst="roundRect">
            <a:avLst>
              <a:gd name="adj" fmla="val 125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84832" y="3209544"/>
            <a:ext cx="2414016" cy="362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84832" y="3478743"/>
            <a:ext cx="2414016" cy="276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data/checkpoints.db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3794760"/>
            <a:ext cx="0" cy="201168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11680" y="3995928"/>
            <a:ext cx="2560320" cy="475488"/>
          </a:xfrm>
          <a:prstGeom prst="roundRect">
            <a:avLst>
              <a:gd name="adj" fmla="val 17308"/>
            </a:avLst>
          </a:prstGeom>
          <a:solidFill>
            <a:srgbClr val="1B212B"/>
          </a:solidFill>
          <a:ln w="12700">
            <a:solidFill>
              <a:srgbClr val="F2B8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84832" y="3995928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4471416"/>
            <a:ext cx="0" cy="201168"/>
          </a:xfrm>
          <a:prstGeom prst="line">
            <a:avLst/>
          </a:prstGeom>
          <a:noFill/>
          <a:ln w="15875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011680" y="4672584"/>
            <a:ext cx="2560320" cy="475488"/>
          </a:xfrm>
          <a:prstGeom prst="roundRect">
            <a:avLst>
              <a:gd name="adj" fmla="val 17308"/>
            </a:avLst>
          </a:prstGeom>
          <a:solidFill>
            <a:srgbClr val="1B212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84832" y="4672584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thread_id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0" y="2514600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1" name="Image 0" descr="/home/claude/work/asset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9268" y="2600188"/>
            <a:ext cx="158008" cy="1580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040880" y="24963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 o estado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583680" y="3017520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4" name="Image 1" descr="/home/claude/work/asset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268" y="3103108"/>
            <a:ext cx="158008" cy="1580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40880" y="2999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uma execução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583680" y="3520440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7" name="Image 2" descr="/home/claude/work/asset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268" y="3606028"/>
            <a:ext cx="158008" cy="1580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40880" y="35021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o contexto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6583680" y="4023360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30" name="Image 3" descr="/home/claude/work/asset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268" y="4108948"/>
            <a:ext cx="158008" cy="1580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40880" y="40050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decisão humana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6583680" y="4526280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33" name="Image 4" descr="/home/claude/work/asset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268" y="4611868"/>
            <a:ext cx="158008" cy="1580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40880" y="45079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posteriormente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457200" y="58064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731520" y="580644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 o estado é o que transforma uma pausa em um workflow realmente retomável.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TECNOLÓGICA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LangGraph?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57216" y="1965960"/>
            <a:ext cx="21579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496312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workflow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71616" y="2596896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0" name="Image 0" descr="/home/claude/work/asset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7204" y="2682484"/>
            <a:ext cx="158008" cy="158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3026664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12151A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3026664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71616" y="3127248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4" name="Image 1" descr="/home/claude/work/asset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204" y="3212836"/>
            <a:ext cx="158008" cy="1580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" y="3557016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14400" y="3557016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/ Resume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071616" y="3657600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8" name="Image 2" descr="/home/claude/work/asset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204" y="3743188"/>
            <a:ext cx="158008" cy="15800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0080" y="4087368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12151A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14400" y="4087368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071616" y="4187952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2" name="Image 3" descr="/home/claude/work/asset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204" y="4273540"/>
            <a:ext cx="158008" cy="15800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40080" y="4617720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14400" y="4617720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graph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071616" y="4718304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6" name="Image 4" descr="/home/claude/work/asset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7204" y="4803892"/>
            <a:ext cx="158008" cy="15800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40080" y="5148072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12151A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914400" y="5148072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transitions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071616" y="5248656"/>
            <a:ext cx="329184" cy="3291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30" name="Image 5" descr="/home/claude/work/asset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7204" y="5334244"/>
            <a:ext cx="158008" cy="1580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955280" y="23774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não foi utilizado apenas para "chamar agentes".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7955280" y="33375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F263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8183880" y="33375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utilizado para orquestrar um workflow stateful, controlável e retomável.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40080" y="58064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 →  Routing  →  Interrupt  →  Persistence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1792" y="1700784"/>
            <a:ext cx="4425696" cy="4338574"/>
          </a:xfrm>
          <a:prstGeom prst="roundRect">
            <a:avLst>
              <a:gd name="adj" fmla="val 1475"/>
            </a:avLst>
          </a:prstGeom>
          <a:solidFill>
            <a:srgbClr val="0C0F13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10512"/>
            <a:ext cx="100584" cy="100584"/>
          </a:xfrm>
          <a:prstGeom prst="ellipse">
            <a:avLst/>
          </a:prstGeom>
          <a:solidFill>
            <a:srgbClr val="F2665B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810512"/>
            <a:ext cx="100584" cy="10058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81051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8" name="Image 0" descr="/mnt/user-data/uploads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4206240" cy="38265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6075934"/>
            <a:ext cx="4425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src/content_moderation/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166420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2630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16642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EVIDÊNCIA REAL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2103120"/>
            <a:ext cx="5790895" cy="548640"/>
          </a:xfrm>
          <a:prstGeom prst="roundRect">
            <a:avLst>
              <a:gd name="adj" fmla="val 1333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0176" y="2194560"/>
            <a:ext cx="365760" cy="36576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4" name="Image 1" descr="/home/claude/work/asset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74" y="2289658"/>
            <a:ext cx="175565" cy="1755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73952" y="2157984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73952" y="2414016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Analyzer, Policy Researcher, Reviewer — um arquivo por agente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852160" y="2761488"/>
            <a:ext cx="5790895" cy="548640"/>
          </a:xfrm>
          <a:prstGeom prst="roundRect">
            <a:avLst>
              <a:gd name="adj" fmla="val 1333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80176" y="2852928"/>
            <a:ext cx="365760" cy="36576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9" name="Image 2" descr="/home/claude/work/assets/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274" y="2948026"/>
            <a:ext cx="175565" cy="1755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2816352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graph/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73952" y="3072384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workflow.py (StateGraph) e routing.py (roteamento condicional)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852160" y="3419856"/>
            <a:ext cx="5790895" cy="548640"/>
          </a:xfrm>
          <a:prstGeom prst="roundRect">
            <a:avLst>
              <a:gd name="adj" fmla="val 1333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80176" y="3511296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4" name="Image 3" descr="/home/claude/work/asset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274" y="3606394"/>
            <a:ext cx="175565" cy="1755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73952" y="3474720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state/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473952" y="3730752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agent_state.py — o contrato de comunicação (AgentState)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852160" y="4078224"/>
            <a:ext cx="5790895" cy="548640"/>
          </a:xfrm>
          <a:prstGeom prst="roundRect">
            <a:avLst>
              <a:gd name="adj" fmla="val 1333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980176" y="4169664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9" name="Image 4" descr="/home/claude/work/asset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274" y="4264762"/>
            <a:ext cx="175565" cy="17556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73952" y="4133088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human_review/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473952" y="4389120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interface.py — checkpoint e intervenção humana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5852160" y="4736592"/>
            <a:ext cx="5790895" cy="548640"/>
          </a:xfrm>
          <a:prstGeom prst="roundRect">
            <a:avLst>
              <a:gd name="adj" fmla="val 1333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980176" y="4828032"/>
            <a:ext cx="365760" cy="365760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34" name="Image 5" descr="/home/claude/work/assets/lay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5274" y="4923130"/>
            <a:ext cx="175565" cy="17556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473952" y="4791456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persistence/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6473952" y="5047488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checkpointer.py — SQLite checkpointing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5852160" y="5394960"/>
            <a:ext cx="5790895" cy="548640"/>
          </a:xfrm>
          <a:prstGeom prst="roundRect">
            <a:avLst>
              <a:gd name="adj" fmla="val 1333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5980176" y="5486400"/>
            <a:ext cx="365760" cy="365760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39" name="Image 6" descr="/home/claude/work/assets/refresh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5274" y="5581498"/>
            <a:ext cx="175565" cy="17556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473952" y="5449824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runtime/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6473952" y="5705856"/>
            <a:ext cx="5013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threads.py — geração de thread_id por execução</a:t>
            </a:r>
            <a:endParaRPr lang="en-US" sz="950" dirty="0"/>
          </a:p>
        </p:txBody>
      </p:sp>
      <p:sp>
        <p:nvSpPr>
          <p:cNvPr id="42" name="Text 3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Through Tests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929384"/>
            <a:ext cx="8083296" cy="3633387"/>
          </a:xfrm>
          <a:prstGeom prst="roundRect">
            <a:avLst>
              <a:gd name="adj" fmla="val 1762"/>
            </a:avLst>
          </a:prstGeom>
          <a:solidFill>
            <a:srgbClr val="0C0F13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2039112"/>
            <a:ext cx="100584" cy="100584"/>
          </a:xfrm>
          <a:prstGeom prst="ellipse">
            <a:avLst/>
          </a:prstGeom>
          <a:solidFill>
            <a:srgbClr val="F2665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39112"/>
            <a:ext cx="100584" cy="100584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039112"/>
            <a:ext cx="100584" cy="100584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8" name="Image 0" descr="/mnt/user-data/uploads/Captura_de_tela_2026-08-08_1112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31720"/>
            <a:ext cx="7863840" cy="31213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5599347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263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182880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EVIDÊNCIA REAL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144000" y="1783080"/>
            <a:ext cx="2590495" cy="1554480"/>
          </a:xfrm>
          <a:prstGeom prst="roundRect">
            <a:avLst>
              <a:gd name="adj" fmla="val 5882"/>
            </a:avLst>
          </a:prstGeom>
          <a:solidFill>
            <a:srgbClr val="1F263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0" y="1874520"/>
            <a:ext cx="25904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61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9144000" y="2651760"/>
            <a:ext cx="2590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0" y="3520440"/>
            <a:ext cx="2590495" cy="457200"/>
          </a:xfrm>
          <a:prstGeom prst="roundRect">
            <a:avLst>
              <a:gd name="adj" fmla="val 16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326880" y="3520440"/>
            <a:ext cx="1295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80198" y="3520440"/>
            <a:ext cx="1295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144000" y="4069080"/>
            <a:ext cx="2590495" cy="457200"/>
          </a:xfrm>
          <a:prstGeom prst="roundRect">
            <a:avLst>
              <a:gd name="adj" fmla="val 16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326880" y="4069080"/>
            <a:ext cx="1295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180198" y="4069080"/>
            <a:ext cx="1295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505456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/home/claude/work/assets/githu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219" y="263621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377440" y="3086100"/>
            <a:ext cx="316931" cy="0"/>
          </a:xfrm>
          <a:prstGeom prst="line">
            <a:avLst/>
          </a:prstGeom>
          <a:noFill/>
          <a:ln w="19050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94371" y="2286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4431" y="2505456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1" name="Image 1" descr="/home/claude/work/asset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190" y="263621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0091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157411" y="3086100"/>
            <a:ext cx="316931" cy="0"/>
          </a:xfrm>
          <a:prstGeom prst="line">
            <a:avLst/>
          </a:prstGeom>
          <a:noFill/>
          <a:ln w="19050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474342" y="2286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54402" y="2505456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2" descr="/home/claude/work/asset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161" y="2636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20062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37382" y="3086100"/>
            <a:ext cx="316931" cy="0"/>
          </a:xfrm>
          <a:prstGeom prst="line">
            <a:avLst/>
          </a:prstGeom>
          <a:noFill/>
          <a:ln w="19050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254313" y="2286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34373" y="2505456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1" name="Image 3" descr="/home/claude/work/assets/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132" y="2636215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0033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717353" y="3086100"/>
            <a:ext cx="316931" cy="0"/>
          </a:xfrm>
          <a:prstGeom prst="line">
            <a:avLst/>
          </a:prstGeom>
          <a:noFill/>
          <a:ln w="19050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034284" y="2286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514344" y="2505456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6" name="Image 4" descr="/home/claude/work/assets/termina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5103" y="2636215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80004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9497324" y="3086100"/>
            <a:ext cx="316931" cy="0"/>
          </a:xfrm>
          <a:prstGeom prst="line">
            <a:avLst/>
          </a:prstGeom>
          <a:noFill/>
          <a:ln w="19050">
            <a:solidFill>
              <a:srgbClr val="6E7787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9814255" y="228600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294315" y="2505456"/>
            <a:ext cx="502920" cy="502920"/>
          </a:xfrm>
          <a:prstGeom prst="ellipse">
            <a:avLst/>
          </a:prstGeom>
          <a:solidFill>
            <a:srgbClr val="12151A"/>
          </a:solidFill>
          <a:ln/>
        </p:spPr>
      </p:sp>
      <p:pic>
        <p:nvPicPr>
          <p:cNvPr id="31" name="Image 5" descr="/home/claude/work/assets/awar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5074" y="2636215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859975" y="3200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457200" y="44348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731520" y="4434840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push ou pull request para main executa automaticamente as verificações de qualidade.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54864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4832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6" name="Image 0" descr="/home/claude/work/asset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0370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100885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simplifica agentes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2322576"/>
            <a:ext cx="100885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contrato de estado bem definido reduz o acoplamento entre agentes.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99232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1" name="Image 1" descr="/home/claude/work/asset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11810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926080"/>
            <a:ext cx="100885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é decisão arquitetural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17320" y="3236976"/>
            <a:ext cx="100885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recurso adicional — é parte do design do grafo desde o início.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9136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6" name="Image 2" descr="/home/claude/work/asset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03250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840480"/>
            <a:ext cx="100885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transforma pausa em workflow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4151376"/>
            <a:ext cx="100885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checkpointing, uma interrupção seria apenas uma falha.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663440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828032"/>
            <a:ext cx="457200" cy="457200"/>
          </a:xfrm>
          <a:prstGeom prst="ellipse">
            <a:avLst/>
          </a:prstGeom>
          <a:solidFill>
            <a:srgbClr val="9B87F5"/>
          </a:solidFill>
          <a:ln/>
        </p:spPr>
      </p:sp>
      <p:pic>
        <p:nvPicPr>
          <p:cNvPr id="21" name="Image 3" descr="/home/claude/work/asset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94690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754880"/>
            <a:ext cx="100885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especializados são mais evolutivos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17320" y="5065776"/>
            <a:ext cx="100885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pode ser testado, trocado ou aprimorado isoladamente.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5577840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742432"/>
            <a:ext cx="457200" cy="457200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6" name="Image 4" descr="/home/claude/work/assets/bra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86130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669280"/>
            <a:ext cx="100885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explícito aumenta previsibilidade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980176"/>
            <a:ext cx="100885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de decisão fica visível no grafo, não escondido no código.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Reliable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6675120" cy="1737360"/>
          </a:xfrm>
          <a:prstGeom prst="roundRect">
            <a:avLst>
              <a:gd name="adj" fmla="val 4211"/>
            </a:avLst>
          </a:prstGeom>
          <a:solidFill>
            <a:srgbClr val="1F26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42316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explora como transformar agentes de IA em workflows controláveis, testáveis, persistentes e supervisionados por humanos.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4434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4434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 componentes de arquitetura testados isoladamente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5093208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509320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50932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automatizados, 100% passando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751576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575157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00200" y="575157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humano antes de cada ação final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182880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1B212B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2103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46720" y="2971800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8" name="Image 0" descr="/home/claude/work/asset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8043" y="3043123"/>
            <a:ext cx="131674" cy="1316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58200" y="2944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046720" y="3355848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1" name="Image 1" descr="/home/claude/work/asset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043" y="3427171"/>
            <a:ext cx="131674" cy="1316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458200" y="33284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046720" y="3739896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4" name="Image 2" descr="/home/claude/work/asset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043" y="3811219"/>
            <a:ext cx="131674" cy="13167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58200" y="37124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046720" y="4123944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7" name="Image 3" descr="/home/claude/work/asset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043" y="4195267"/>
            <a:ext cx="131674" cy="13167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458200" y="4096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8046720" y="4507992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0" name="Image 4" descr="/home/claude/work/asset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043" y="4579315"/>
            <a:ext cx="131674" cy="13167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458200" y="4480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046720" y="4892040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3" name="Image 5" descr="/home/claude/work/asset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8043" y="4963363"/>
            <a:ext cx="131674" cy="13167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58200" y="48646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8046720" y="5367528"/>
            <a:ext cx="3291840" cy="0"/>
          </a:xfrm>
          <a:prstGeom prst="line">
            <a:avLst/>
          </a:prstGeom>
          <a:noFill/>
          <a:ln w="12700">
            <a:solidFill>
              <a:srgbClr val="2A313D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046720" y="55046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Vagner Ferreira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8046720" y="58430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| AI/Data Engineer | LLM &amp; Agentic Systems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8046720" y="6236208"/>
            <a:ext cx="274320" cy="274320"/>
          </a:xfrm>
          <a:prstGeom prst="ellipse">
            <a:avLst/>
          </a:prstGeom>
          <a:solidFill>
            <a:srgbClr val="9AA3B0"/>
          </a:solidFill>
          <a:ln/>
        </p:spPr>
      </p:sp>
      <p:pic>
        <p:nvPicPr>
          <p:cNvPr id="39" name="Image 6" descr="/home/claude/work/assets/github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8043" y="6307531"/>
            <a:ext cx="131674" cy="13167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430768" y="61904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Vagnerkrg/content-moderation-agent-system</a:t>
            </a:r>
            <a:endParaRPr lang="en-US" sz="850" dirty="0"/>
          </a:p>
        </p:txBody>
      </p:sp>
      <p:sp>
        <p:nvSpPr>
          <p:cNvPr id="41" name="Text 32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AGENT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2026-08-08T18:44:40Z</dcterms:created>
  <dcterms:modified xsi:type="dcterms:W3CDTF">2026-08-08T18:44:40Z</dcterms:modified>
</cp:coreProperties>
</file>